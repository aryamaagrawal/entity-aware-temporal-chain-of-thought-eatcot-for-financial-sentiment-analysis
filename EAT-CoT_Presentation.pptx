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88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0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39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08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3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1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2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6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09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Entity-Aware + Temporal Chain-of-Thought (EAT-</a:t>
            </a:r>
            <a:r>
              <a:rPr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554663"/>
            <a:ext cx="7543801" cy="2861943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Framework for Financial Sentiment Analysis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Aryama Agrawal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Charishma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Addagadda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reports and market briefings carry subtle tone variations.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models struggle with: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Entity ambiguity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Ignoring time-based tone changes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Lack of explainability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EAT-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integrates entity tracking, temporal reasoning, and explainable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models misinterpret tone when: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1. Multiple entities appear in one sentence.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2. Sentiment shifts over time.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3. Models provide no reasoning.</a:t>
            </a:r>
          </a:p>
          <a:p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'Company A’s loss is Company B’s opportunity.'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Dictionary models: static, lack context.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BERT/FinBERT: contextual but not time-aware.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Chain-of-Thought: interpretable but not temporal.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Temporal models: numeric trends only.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Entity-aware: not unified.</a:t>
            </a:r>
          </a:p>
          <a:p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➡️ EAT-CoT combines all three: Entity + Time + Explainability.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EAT-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mimics how analysts think: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Preparation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Embedding Computation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Chain-of-Thought Reasoning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Sentiment Aggregation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Evaluation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 –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Collect annual reports, earnings calls.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Clean text, remove noise.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NER to tag: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Companies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Executives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Dates/Quarters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Output: Structured text ready for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 – Embedding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Convert text to embeddings: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Entity embeddings capture 'who'.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Temporal embeddings capture 'when'.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Combine into hybrid vectors for joint reasoning.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3 – Chain-of-Thought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Model reasons step-by-step: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'Operating profit rose 15% despite higher costs.'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Profit ↑ (Positive)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Costs ↑ (Negative)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Net tone Positive.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Produces transparent reasoning traces.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4 – Sentiment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Combine statement-level results.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Weight important/recent events more.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Output: Entity-based sentiment timeline (Q1→Q2→Q3).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Enables dashboards and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5 –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F1 Score: Accuracy (Precision + Recall).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Tau Score: Time-based consistency.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Explainability Index: Clarity of reasoning.</a:t>
            </a:r>
          </a:p>
          <a:p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scores = better accuracy, consistency, and transparency.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EAT-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outperforms traditional models.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Handles multi-entity sentences clearly.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Captures sentiment evolution.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human-like reasoning traces.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compliance and analytics.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Combines Entity-awareness + Temporal reasoning + Explainability.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Delivers transparent, accurate financial insights.</a:t>
            </a:r>
          </a:p>
          <a:p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Add knowledge graphs.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multimodal data.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Optimize for real-time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474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Times New Roman</vt:lpstr>
      <vt:lpstr>Retrospect</vt:lpstr>
      <vt:lpstr>Entity-Aware + Temporal Chain-of-Thought (EAT-CoT)</vt:lpstr>
      <vt:lpstr>Introduction</vt:lpstr>
      <vt:lpstr>Problem Statement</vt:lpstr>
      <vt:lpstr>Literature Review</vt:lpstr>
      <vt:lpstr>Proposed Methodology Overview</vt:lpstr>
      <vt:lpstr>Stage 1 – Data Preparation</vt:lpstr>
      <vt:lpstr>Stage 2 – Embedding Computation</vt:lpstr>
      <vt:lpstr>Stage 3 – Chain-of-Thought Reasoning</vt:lpstr>
      <vt:lpstr>Stage 4 – Sentiment Aggregation</vt:lpstr>
      <vt:lpstr>Stage 5 – Evaluation Metrics</vt:lpstr>
      <vt:lpstr>Results and Discussion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Aryama Agrawal</dc:creator>
  <cp:keywords/>
  <dc:description>generated using python-pptx</dc:description>
  <cp:lastModifiedBy>Aryama Agrawal</cp:lastModifiedBy>
  <cp:revision>2</cp:revision>
  <dcterms:created xsi:type="dcterms:W3CDTF">2013-01-27T09:14:16Z</dcterms:created>
  <dcterms:modified xsi:type="dcterms:W3CDTF">2025-11-09T17:42:53Z</dcterms:modified>
  <cp:category/>
</cp:coreProperties>
</file>