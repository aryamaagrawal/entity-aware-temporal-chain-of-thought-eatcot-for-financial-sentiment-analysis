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7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9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77" y="2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1881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903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1399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708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169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737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090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0152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8283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901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062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0095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Entity-Aware + Temporal Chain-of-Thought (EAT-</a:t>
            </a:r>
            <a:r>
              <a:rPr sz="4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CoT</a:t>
            </a:r>
            <a:r>
              <a:rPr sz="4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00099" y="2554663"/>
            <a:ext cx="7543801" cy="2861943"/>
          </a:xfrm>
        </p:spPr>
        <p:txBody>
          <a:bodyPr>
            <a:normAutofit/>
          </a:bodyPr>
          <a:lstStyle/>
          <a:p>
            <a:r>
              <a:rPr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 Explainable Framework for Financial Sentiment Analysis</a:t>
            </a:r>
          </a:p>
          <a:p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Authors: </a:t>
            </a:r>
            <a:b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Aryama Agrawal</a:t>
            </a:r>
            <a:b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Charishma 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Addagadda</a:t>
            </a:r>
            <a:endParaRPr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Financial reports and market briefings carry subtle tone variations.</a:t>
            </a:r>
          </a:p>
          <a:p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Traditional models struggle with:</a:t>
            </a:r>
          </a:p>
          <a:p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- Entity ambiguity</a:t>
            </a:r>
          </a:p>
          <a:p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- Ignoring time-based tone changes</a:t>
            </a:r>
          </a:p>
          <a:p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- Lack of explainability</a:t>
            </a:r>
          </a:p>
          <a:p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EAT-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CoT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integrates entity tracking, temporal reasoning, and explainable AI.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Existing models misinterpret tone when:</a:t>
            </a:r>
          </a:p>
          <a:p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1. Multiple entities appear in one sentence.</a:t>
            </a:r>
          </a:p>
          <a:p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2. Sentiment shifts over time.</a:t>
            </a:r>
          </a:p>
          <a:p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3. Models provide no reasoning.</a:t>
            </a:r>
          </a:p>
          <a:p>
            <a:endParaRPr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Example: 'Company A’s loss is Company B’s opportunity.'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Dictionary models: static, lack context.</a:t>
            </a:r>
          </a:p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BERT/FinBERT: contextual but not time-aware.</a:t>
            </a:r>
          </a:p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Chain-of-Thought: interpretable but not temporal.</a:t>
            </a:r>
          </a:p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Temporal models: numeric trends only.</a:t>
            </a:r>
          </a:p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Entity-aware: not unified.</a:t>
            </a:r>
          </a:p>
          <a:p>
            <a:endParaRPr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➡️ EAT-CoT combines all three: Entity + Time + Explainability.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Methodology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EAT-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CoT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mimics how analysts think:</a:t>
            </a:r>
          </a:p>
          <a:p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Data Preparation</a:t>
            </a:r>
          </a:p>
          <a:p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Embedding Computation</a:t>
            </a:r>
          </a:p>
          <a:p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Chain-of-Thought Reasoning</a:t>
            </a:r>
          </a:p>
          <a:p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Sentiment Aggregation</a:t>
            </a:r>
          </a:p>
          <a:p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5. Evaluation Metrics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DFCE1-6D79-4DE7-9E4F-69250EAC9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5E67E-FF87-6CC2-0A39-3643732AB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0" y="586570"/>
            <a:ext cx="7543800" cy="871636"/>
          </a:xfrm>
        </p:spPr>
        <p:txBody>
          <a:bodyPr>
            <a:normAutofit/>
          </a:bodyPr>
          <a:lstStyle/>
          <a:p>
            <a:r>
              <a:rPr sz="3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Methodology Overview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2A4B13C-CB8A-6C94-BD2B-500B693262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101" r="16200"/>
          <a:stretch>
            <a:fillRect/>
          </a:stretch>
        </p:blipFill>
        <p:spPr>
          <a:xfrm>
            <a:off x="551688" y="1572767"/>
            <a:ext cx="7815072" cy="4498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5942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Stage 1 – Data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Collect annual reports, earnings calls.</a:t>
            </a:r>
          </a:p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Clean text, remove noise.</a:t>
            </a:r>
          </a:p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Use NER to tag:</a:t>
            </a:r>
          </a:p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- Companies</a:t>
            </a:r>
          </a:p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- Executives</a:t>
            </a:r>
          </a:p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- Dates/Quarters</a:t>
            </a:r>
          </a:p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Output: Structured text ready for analysis.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Stage 2 – Embedding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Convert text to embeddings:</a:t>
            </a:r>
          </a:p>
          <a:p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- Entity embeddings capture 'who'.</a:t>
            </a:r>
          </a:p>
          <a:p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- Temporal embeddings capture 'when'.</a:t>
            </a:r>
          </a:p>
          <a:p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Combine into hybrid vectors for joint reasoning.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Stage 3 – Chain-of-Thought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Model reasons step-by-step:</a:t>
            </a:r>
          </a:p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Example: 'Operating profit rose 15% despite higher costs.'</a:t>
            </a:r>
          </a:p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 Profit ↑ (Positive)</a:t>
            </a:r>
          </a:p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 Costs ↑ (Negative)</a:t>
            </a:r>
          </a:p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 Net tone Positive.</a:t>
            </a:r>
          </a:p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Produces transparent reasoning traces.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Stage 4 – Sentiment Aggregation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Combine statement-level results.</a:t>
            </a:r>
          </a:p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Weight important/recent events more.</a:t>
            </a:r>
          </a:p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Output: Entity-based sentiment timeline (Q1→Q2→Q3).</a:t>
            </a:r>
          </a:p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Enables dashboards and tracking.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Stage 5 – Evaluation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F1 Score: Accuracy (Precision + Recall).</a:t>
            </a:r>
          </a:p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Tau Score: Time-based consistency.</a:t>
            </a:r>
          </a:p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Explainability Index: Clarity of reasoning.</a:t>
            </a:r>
          </a:p>
          <a:p>
            <a:endParaRPr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Higher scores = better accuracy, consistency, and transparency.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 and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EAT-</a:t>
            </a:r>
            <a:r>
              <a:rPr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CoT</a:t>
            </a:r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outperforms traditional models.</a:t>
            </a:r>
          </a:p>
          <a:p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Handles multi-entity sentences clearly.</a:t>
            </a:r>
          </a:p>
          <a:p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Captures sentiment evolution.</a:t>
            </a:r>
          </a:p>
          <a:p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Provides human-like reasoning traces.</a:t>
            </a:r>
          </a:p>
          <a:p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Useful for compliance and analytics.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Combines Entity-awareness + Temporal reasoning + Explainability.</a:t>
            </a:r>
          </a:p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Delivers transparent, accurate financial insights.</a:t>
            </a:r>
          </a:p>
          <a:p>
            <a:endParaRPr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Work:</a:t>
            </a:r>
          </a:p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Add knowledge graphs.</a:t>
            </a:r>
          </a:p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Use multimodal data.</a:t>
            </a:r>
          </a:p>
          <a:p>
            <a:r>
              <a: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Optimize for real-time use.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16</TotalTime>
  <Words>477</Words>
  <Application>Microsoft Office PowerPoint</Application>
  <PresentationFormat>On-screen Show (4:3)</PresentationFormat>
  <Paragraphs>81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Times New Roman</vt:lpstr>
      <vt:lpstr>Retrospect</vt:lpstr>
      <vt:lpstr>Entity-Aware + Temporal Chain-of-Thought (EAT-CoT)</vt:lpstr>
      <vt:lpstr>Introduction</vt:lpstr>
      <vt:lpstr>Problem Statement</vt:lpstr>
      <vt:lpstr>Literature Review</vt:lpstr>
      <vt:lpstr>Proposed Methodology Overview</vt:lpstr>
      <vt:lpstr>Proposed Methodology Overview</vt:lpstr>
      <vt:lpstr>Stage 1 – Data Preparation</vt:lpstr>
      <vt:lpstr>Stage 2 – Embedding Computation</vt:lpstr>
      <vt:lpstr>Stage 3 – Chain-of-Thought Reasoning</vt:lpstr>
      <vt:lpstr>Stage 4 – Sentiment Aggregation</vt:lpstr>
      <vt:lpstr>Stage 5 – Evaluation Metrics</vt:lpstr>
      <vt:lpstr>Results and Discussion</vt:lpstr>
      <vt:lpstr>Conclusion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Aryama Agrawal</dc:creator>
  <cp:keywords/>
  <dc:description>generated using python-pptx</dc:description>
  <cp:lastModifiedBy>Aryama Agrawal</cp:lastModifiedBy>
  <cp:revision>4</cp:revision>
  <dcterms:created xsi:type="dcterms:W3CDTF">2013-01-27T09:14:16Z</dcterms:created>
  <dcterms:modified xsi:type="dcterms:W3CDTF">2025-11-10T07:50:09Z</dcterms:modified>
  <cp:category/>
</cp:coreProperties>
</file>